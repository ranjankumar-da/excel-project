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  <p:embeddedFont>
      <p:font typeface="Lato Thin"/>
      <p:regular r:id="rId201318"/>
    </p:embeddedFont>
    <p:embeddedFont>
      <p:font typeface="Lato Light"/>
      <p:regular r:id="rId201319"/>
    </p:embeddedFont>
    <p:embeddedFont>
      <p:font typeface="Lato"/>
      <p:regular r:id="rId201320"/>
    </p:embeddedFont>
    <p:embeddedFont>
      <p:font typeface="Lato Bold"/>
      <p:regular r:id="rId201321"/>
    </p:embeddedFont>
    <p:embeddedFont>
      <p:font typeface="Lato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402208"/>
            <a:ext cx="4423767" cy="36231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25813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Coffee Sales Dashboard — Overview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96119" y="4530775"/>
            <a:ext cx="8151763" cy="210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This pack contains an interactive dashboard and an accompanying file for stakeholders and analysts. Use the dashboard to explore sales by year, coffee type, payment method and top-selling SKUs. The accompanying file includes the cleaned dataset, filters, and configuration notes for repeatable analysis.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21829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What’s included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988790"/>
            <a:ext cx="4722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Interactive dashboard (filters, charts, drill-downs) — live or embedded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Downloadable data file (CSV / XLSX) with schema and sample queries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Documentation: glossary, filter logic, and steps to reproduce visuals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927821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E8E8E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128590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105001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Theme accents: #E5E5E0, #D3C1B6, #BAB6AA — applied across visuals for consistency.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4589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dashboard views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83768"/>
            <a:ext cx="571798" cy="571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283768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Year-wise Trend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590279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Monthly and annual trend lines with year selectors to compare periods and seasonality effects.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283768"/>
            <a:ext cx="571798" cy="571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283768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Top-Selling SKUs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590279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Ranked sales by coffee type with volume and revenue toggle, and a detailed SKU drill-down.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283768"/>
            <a:ext cx="571798" cy="5717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283768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Payment Method Mix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590279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Breakdown by cash, card and digital wallets with filter to view by store or region.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71389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Interactive features &amp; filters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203835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Core filters: Date range (day → year), Store/Region, Coffee type, Payment method, and Customer segment.     Interactions: cross-filtering, tooltip details, top-N selectors, and exportable filtered datasets.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878262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079031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055441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Tip: Use multi-select on Coffee Type to compare blends versus single-origin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0" y="844376"/>
            <a:ext cx="4787801" cy="2841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10481" y="2912200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Export &amp; Share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010581" y="2912200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Inspect Visuals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486226" y="3026832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Select Filters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96119" y="384542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Follow this simple workflow to convert insight into action: pick filters, identify anomalies or opportunities, then export the data and annotated chart for reports or meetings.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93577"/>
            <a:ext cx="3478039" cy="1956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796" y="1714202"/>
            <a:ext cx="432777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Sales by Year &amp; Type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324796" y="2210321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The stacked view reveals composition changes across years — look for category shifts (e.g., increase in lattes or cold brews).         Use the hover details to see unit volumes and average price per cup.    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24796" y="3018309"/>
            <a:ext cx="432777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Action: Filter to last 12 months to isolate recent trends.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Insight: Check margins per SKU for targeted promotions.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74068"/>
            <a:ext cx="3902943" cy="2195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512243"/>
            <a:ext cx="390294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Top-Selling Coffee — Quick Analysis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236272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The top 5 SKUs account for the majority of volume. Use the dashboard to:    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2943895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Compare unit sales vs revenue to spot high-margin items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Identify stores where top SKUs underperform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Design targeted promotions for mid-performing SKUs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67036"/>
            <a:ext cx="3902943" cy="28093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1149325"/>
            <a:ext cx="390294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Conversion Snapshot (Example)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49701" y="199980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Example funnel illustrates conversion from visits to completed purchases. Use the dashboard to slice this by store and payment method to find drop-off points.    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2807791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Improve upsell prompts at order stage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Investigate declined transactions by payment type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99951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Accompanying file — contents &amp; how to use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72127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The downloadable file includes: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2107555"/>
            <a:ext cx="472276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Cleaned transactional dataset (timestamp, store, SKU, qty, price, payment_method)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dictionary and transformation steps (ETL notes)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Pre-built filter definitions and calculated fields (ARPU, avg ticket, margin)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Sample SQL queries and export-ready CSVs for reporting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549774"/>
            <a:ext cx="4722763" cy="793775"/>
          </a:xfrm>
          <a:prstGeom prst="roundRect">
            <a:avLst>
              <a:gd name="adj" fmla="val 7501"/>
            </a:avLst>
          </a:prstGeom>
          <a:solidFill>
            <a:srgbClr val="E8E8E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75054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816" y="3726954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Delivery: Provide as ZIP with dashboard config, or link to shared drive for continuous refresh.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88504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Next steps &amp; recommended actions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45546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Immediate actions to operationalise insights: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1841748"/>
            <a:ext cx="472276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Share dashboard with store managers and schedule a 30-min walkthrough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Approve export of last 6 months for margin review on top 10 SKUs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Set up weekly automated report and one alert for sudden drop in conversion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3234407"/>
            <a:ext cx="4722763" cy="1020589"/>
          </a:xfrm>
          <a:prstGeom prst="roundRect">
            <a:avLst>
              <a:gd name="adj" fmla="val 5834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43517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816" y="3411587"/>
            <a:ext cx="4120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Ready to deliver: I can export the dashboard package and prepare the zipped file for distribution — confirm preferred format (PDF + XLSX or dashboard+CSV).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2026-07-16T14:10:25Z</dcterms:created>
  <dcterms:modified xsi:type="dcterms:W3CDTF">2026-07-16T14:10:25Z</dcterms:modified>
</cp:coreProperties>
</file>